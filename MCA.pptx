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62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37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23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89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56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68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01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77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61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00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1483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094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3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823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375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53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CAA95-A5C4-45E3-BE0C-762E869A1AE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911A-8AA2-4A6A-8823-2CB246DB5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6295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783B-08CF-41A1-95D2-55A72A64D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2040467"/>
            <a:ext cx="9001462" cy="1469496"/>
          </a:xfrm>
        </p:spPr>
        <p:txBody>
          <a:bodyPr/>
          <a:lstStyle/>
          <a:p>
            <a:pPr marL="0" indent="0" algn="l">
              <a:lnSpc>
                <a:spcPts val="5200"/>
              </a:lnSpc>
            </a:pP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</a:t>
            </a:r>
            <a:br>
              <a:rPr lang="en-US" dirty="0"/>
            </a:b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59D23-3B1C-0289-8A7F-756CD2218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817562"/>
          </a:xfrm>
        </p:spPr>
        <p:txBody>
          <a:bodyPr>
            <a:normAutofit/>
          </a:bodyPr>
          <a:lstStyle/>
          <a:p>
            <a:pPr algn="just">
              <a:lnSpc>
                <a:spcPts val="2200"/>
              </a:lnSpc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fragmented customer, engagement, and journey data into a</a:t>
            </a:r>
            <a:endParaRPr lang="en-US" sz="2000" dirty="0"/>
          </a:p>
          <a:p>
            <a:pPr algn="just">
              <a:lnSpc>
                <a:spcPts val="2200"/>
              </a:lnSpc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data-driven view of campaign performance.</a:t>
            </a:r>
            <a:endParaRPr lang="en-US" sz="2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A1B8EE0-B184-40ED-715D-F4F04FD64E49}"/>
              </a:ext>
            </a:extLst>
          </p:cNvPr>
          <p:cNvSpPr txBox="1">
            <a:spLocks/>
          </p:cNvSpPr>
          <p:nvPr/>
        </p:nvSpPr>
        <p:spPr>
          <a:xfrm>
            <a:off x="1595269" y="5110958"/>
            <a:ext cx="9001462" cy="54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22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Gaurav Sharma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D721C7A-F4AD-5203-736B-E7F0C15383F2}"/>
              </a:ext>
            </a:extLst>
          </p:cNvPr>
          <p:cNvSpPr txBox="1">
            <a:spLocks/>
          </p:cNvSpPr>
          <p:nvPr/>
        </p:nvSpPr>
        <p:spPr>
          <a:xfrm>
            <a:off x="1595269" y="1600200"/>
            <a:ext cx="9001462" cy="592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22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– Marketing</a:t>
            </a:r>
            <a:r>
              <a:rPr lang="en-US" sz="2000" dirty="0"/>
              <a:t> </a:t>
            </a:r>
            <a:endParaRPr lang="en-IN" sz="2000" dirty="0"/>
          </a:p>
          <a:p>
            <a:pPr algn="just">
              <a:lnSpc>
                <a:spcPts val="22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36436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5FD3-383F-4B41-424B-37B4D0EC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3" y="558799"/>
            <a:ext cx="10353761" cy="102998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49028-334F-05F5-75EA-2C629DC60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3" y="1588787"/>
            <a:ext cx="10353762" cy="40923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Project : Marketing Campaign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Tools : MySQL, Power BI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Objective :  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 customer engagement across multiple marketing campaigns. </a:t>
            </a:r>
          </a:p>
          <a:p>
            <a:pPr lvl="1"/>
            <a:r>
              <a:rPr lang="en-IN" dirty="0"/>
              <a:t>Identify top-performing countries, campaigns, and products. </a:t>
            </a:r>
          </a:p>
          <a:p>
            <a:pPr lvl="1"/>
            <a:r>
              <a:rPr lang="en-IN" dirty="0"/>
              <a:t>Provide actionable insights for marketing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717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444-8B45-5E35-774D-1F3A22F13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CA12-C8FA-2218-D500-87A4BDE40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Collected and explored marketing data. </a:t>
            </a:r>
          </a:p>
          <a:p>
            <a:r>
              <a:rPr lang="en-IN" dirty="0"/>
              <a:t>Cleaned and transformed data using SQL. </a:t>
            </a:r>
          </a:p>
          <a:p>
            <a:r>
              <a:rPr lang="en-IN" dirty="0"/>
              <a:t>Performed customer segmentation and KPI analysis. </a:t>
            </a:r>
          </a:p>
          <a:p>
            <a:r>
              <a:rPr lang="en-IN" dirty="0"/>
              <a:t>Built an interactive Power BI dashboard. </a:t>
            </a:r>
          </a:p>
          <a:p>
            <a:r>
              <a:rPr lang="en-IN" dirty="0"/>
              <a:t>Generated business insights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129183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E8B7-0273-26EF-AA53-1C842E9A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18533"/>
            <a:ext cx="10353761" cy="132632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3C102-C77A-C257-31B6-1EE2C0FB8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26067"/>
            <a:ext cx="10353762" cy="5418666"/>
          </a:xfrm>
        </p:spPr>
        <p:txBody>
          <a:bodyPr/>
          <a:lstStyle/>
          <a:p>
            <a:r>
              <a:rPr lang="en-IN" dirty="0"/>
              <a:t>KPIS Analysed</a:t>
            </a:r>
          </a:p>
          <a:p>
            <a:pPr lvl="1"/>
            <a:r>
              <a:rPr lang="en-IN" sz="1600" dirty="0"/>
              <a:t>Customer Distribution </a:t>
            </a:r>
          </a:p>
          <a:p>
            <a:pPr lvl="1"/>
            <a:r>
              <a:rPr lang="en-IN" sz="1600" dirty="0"/>
              <a:t>Campaign Performance </a:t>
            </a:r>
          </a:p>
          <a:p>
            <a:pPr lvl="1"/>
            <a:r>
              <a:rPr lang="en-IN" sz="1600" dirty="0"/>
              <a:t>Content Engagement </a:t>
            </a:r>
          </a:p>
          <a:p>
            <a:pPr lvl="1"/>
            <a:r>
              <a:rPr lang="en-IN" sz="1600" dirty="0"/>
              <a:t>Product Ratings </a:t>
            </a:r>
          </a:p>
          <a:p>
            <a:pPr lvl="1"/>
            <a:r>
              <a:rPr lang="en-IN" sz="1600" dirty="0"/>
              <a:t>Customer Segmentation </a:t>
            </a:r>
          </a:p>
          <a:p>
            <a:pPr lvl="1"/>
            <a:r>
              <a:rPr lang="en-IN" sz="1600" dirty="0"/>
              <a:t>Country-wise Performance </a:t>
            </a:r>
          </a:p>
          <a:p>
            <a:pPr lvl="1"/>
            <a:r>
              <a:rPr lang="en-IN" sz="1600" dirty="0"/>
              <a:t>Customer Reviews</a:t>
            </a:r>
          </a:p>
          <a:p>
            <a:r>
              <a:rPr lang="en-IN" dirty="0"/>
              <a:t>SQL Analysis</a:t>
            </a:r>
          </a:p>
          <a:p>
            <a:pPr lvl="1"/>
            <a:r>
              <a:rPr lang="en-IN" sz="1600" dirty="0"/>
              <a:t>Customer Segmentation </a:t>
            </a:r>
          </a:p>
          <a:p>
            <a:pPr lvl="1"/>
            <a:r>
              <a:rPr lang="en-IN" sz="1600" dirty="0"/>
              <a:t>Average Ratings </a:t>
            </a:r>
          </a:p>
          <a:p>
            <a:pPr lvl="1"/>
            <a:r>
              <a:rPr lang="en-IN" sz="1600" dirty="0"/>
              <a:t>Top Countries </a:t>
            </a:r>
          </a:p>
          <a:p>
            <a:pPr lvl="1"/>
            <a:r>
              <a:rPr lang="en-IN" sz="1600" dirty="0"/>
              <a:t>Inactive Customers </a:t>
            </a:r>
          </a:p>
          <a:p>
            <a:pPr lvl="1"/>
            <a:r>
              <a:rPr lang="en-IN" sz="1600" dirty="0"/>
              <a:t>Customer Journey Analysis</a:t>
            </a:r>
          </a:p>
        </p:txBody>
      </p:sp>
    </p:spTree>
    <p:extLst>
      <p:ext uri="{BB962C8B-B14F-4D97-AF65-F5344CB8AC3E}">
        <p14:creationId xmlns:p14="http://schemas.microsoft.com/office/powerpoint/2010/main" val="224321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44DF-0695-1007-AA8C-8122FC8A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53746"/>
            <a:ext cx="10353761" cy="101305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067C8-0E62-688B-574F-1BA77A18C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3" y="982132"/>
            <a:ext cx="10353762" cy="5630333"/>
          </a:xfrm>
        </p:spPr>
        <p:txBody>
          <a:bodyPr>
            <a:normAutofit/>
          </a:bodyPr>
          <a:lstStyle/>
          <a:p>
            <a:r>
              <a:rPr lang="en-IN" sz="1800" dirty="0"/>
              <a:t>Highest customer base :  </a:t>
            </a:r>
            <a:r>
              <a:rPr lang="en-IN" sz="1800" b="1" dirty="0"/>
              <a:t>SPAIN</a:t>
            </a:r>
          </a:p>
          <a:p>
            <a:r>
              <a:rPr lang="en-IN" sz="1800" dirty="0"/>
              <a:t>Best performing campaign :  </a:t>
            </a:r>
            <a:r>
              <a:rPr lang="en-IN" sz="1800" b="1" dirty="0"/>
              <a:t>15</a:t>
            </a:r>
            <a:r>
              <a:rPr lang="en-IN" sz="1800" b="1" baseline="30000" dirty="0"/>
              <a:t>th</a:t>
            </a:r>
            <a:r>
              <a:rPr lang="en-IN" sz="1800" b="1" dirty="0"/>
              <a:t> Campaign </a:t>
            </a:r>
          </a:p>
          <a:p>
            <a:r>
              <a:rPr lang="en-IN" sz="1800" dirty="0"/>
              <a:t>Most engaging content type :  </a:t>
            </a:r>
            <a:r>
              <a:rPr lang="en-IN" sz="1800" b="1" dirty="0"/>
              <a:t>Blog with 142k likes</a:t>
            </a:r>
            <a:r>
              <a:rPr lang="en-IN" sz="1800" dirty="0"/>
              <a:t> </a:t>
            </a:r>
          </a:p>
          <a:p>
            <a:r>
              <a:rPr lang="en-IN" sz="1800" dirty="0"/>
              <a:t>Highest-rated customer segment :  </a:t>
            </a:r>
            <a:r>
              <a:rPr lang="en-IN" sz="1800" b="1" dirty="0"/>
              <a:t>SENIOR </a:t>
            </a:r>
          </a:p>
          <a:p>
            <a:r>
              <a:rPr lang="en-IN" sz="1800" dirty="0"/>
              <a:t>Country with highest Happiest Customers :  </a:t>
            </a:r>
            <a:r>
              <a:rPr lang="en-IN" sz="1800" b="1" dirty="0"/>
              <a:t>SPAIN</a:t>
            </a:r>
          </a:p>
          <a:p>
            <a:r>
              <a:rPr lang="en-IN" sz="1800" dirty="0"/>
              <a:t>Top-rated products :  </a:t>
            </a:r>
            <a:r>
              <a:rPr lang="en-IN" sz="1800" b="1" dirty="0"/>
              <a:t>Climbing Ropes, Swim Googles, Cycling Helmet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dirty="0"/>
              <a:t>Recommendations</a:t>
            </a:r>
          </a:p>
          <a:p>
            <a:r>
              <a:rPr lang="en-IN" sz="1800" dirty="0"/>
              <a:t>Invest more in successful campaigns. </a:t>
            </a:r>
          </a:p>
          <a:p>
            <a:r>
              <a:rPr lang="en-IN" sz="1800" dirty="0"/>
              <a:t>Target high-performing regions. </a:t>
            </a:r>
          </a:p>
          <a:p>
            <a:r>
              <a:rPr lang="en-IN" sz="1800" dirty="0"/>
              <a:t>Promote top-rated products. </a:t>
            </a:r>
          </a:p>
          <a:p>
            <a:r>
              <a:rPr lang="en-IN" sz="1800" dirty="0"/>
              <a:t>Improve engagement among inactive customers.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268654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5425-38AB-9DF0-B504-7925CC414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7611"/>
            <a:ext cx="10353761" cy="104692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3441-72CB-8E52-580E-BBFF4A80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34534"/>
            <a:ext cx="10353762" cy="527473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Processed and analysed marketing data using SQL. </a:t>
            </a:r>
          </a:p>
          <a:p>
            <a:r>
              <a:rPr lang="en-IN" dirty="0"/>
              <a:t>Developed an interactive Power BI dashboard. </a:t>
            </a:r>
          </a:p>
          <a:p>
            <a:r>
              <a:rPr lang="en-IN" dirty="0"/>
              <a:t>Identified key trends in customer behaviour and campaign performance. </a:t>
            </a:r>
          </a:p>
          <a:p>
            <a:r>
              <a:rPr lang="en-IN" dirty="0"/>
              <a:t>Delivered actionable insights to support marketing decisions.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2400" dirty="0"/>
              <a:t>Skills Demonstrated</a:t>
            </a:r>
          </a:p>
          <a:p>
            <a:r>
              <a:rPr lang="en-IN" dirty="0"/>
              <a:t>SQL </a:t>
            </a:r>
          </a:p>
          <a:p>
            <a:r>
              <a:rPr lang="en-IN" dirty="0"/>
              <a:t>Power BI </a:t>
            </a:r>
          </a:p>
          <a:p>
            <a:r>
              <a:rPr lang="en-IN" dirty="0"/>
              <a:t>Data Analysis </a:t>
            </a:r>
          </a:p>
          <a:p>
            <a:r>
              <a:rPr lang="en-IN" dirty="0"/>
              <a:t>Dashboard Development </a:t>
            </a:r>
          </a:p>
          <a:p>
            <a:r>
              <a:rPr lang="en-IN" dirty="0"/>
              <a:t>Business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97117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32</TotalTime>
  <Words>245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Bookman Old Style</vt:lpstr>
      <vt:lpstr>Calibri</vt:lpstr>
      <vt:lpstr>Cambria</vt:lpstr>
      <vt:lpstr>Rockwell</vt:lpstr>
      <vt:lpstr>Times New Roman</vt:lpstr>
      <vt:lpstr>Wingdings</vt:lpstr>
      <vt:lpstr>Damask</vt:lpstr>
      <vt:lpstr>Marketing Campaign Analysis</vt:lpstr>
      <vt:lpstr>Project Overview</vt:lpstr>
      <vt:lpstr>Project Workflow</vt:lpstr>
      <vt:lpstr>Business Analysis</vt:lpstr>
      <vt:lpstr>Key Insights and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Sharma</dc:creator>
  <cp:lastModifiedBy>Gaurav Sharma</cp:lastModifiedBy>
  <cp:revision>1</cp:revision>
  <dcterms:created xsi:type="dcterms:W3CDTF">2026-07-16T17:03:17Z</dcterms:created>
  <dcterms:modified xsi:type="dcterms:W3CDTF">2026-07-16T17:35:52Z</dcterms:modified>
</cp:coreProperties>
</file>